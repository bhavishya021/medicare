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78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yourselves and the app in one line: MediCare is an offline medication assistant for elderly patients. Keep this under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users are elderly patients on several medicines. Three things go wrong: they miss doses, they run out of stock without noticing, and they lose prescriptions.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features, each with the screen it lives on. Exact reminders with a full-screen alert and voice. A medicine schedule with stock. Automatic history of taken, snoozed and missed doses. Low-stock alerts that open Google Maps for pharmacies. Doctor appointments. Prescription photos and emergency help on the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screen is an Activity, a Java class, paired with an XML layout. Splash routes to login or home. Login stores a hashed password. Home shows the next dose. Medicines and Add/Edit manage the schedule and set alarms. Reminder Alert appears at dose time. Appointments, History, Prescriptions and Profile cover the rest. A five-tab bottom bar connects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app. Saving a medicine stores it in Room and sets an exact alarm. At dose time AlarmManager wakes our BroadcastReceiver, even if the app is closed. It shows a full-screen alert and speaks the medicine name. Taken lowers stock, snooze rings again in ten minutes, and no response is logged as missed after an hour. Alarms re-arm daily and survive a reboot.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don’t do the heavy work alone. Two receivers run in the background: one at every dose time, one after a restart. Helper classes hold shared logic: AlarmScheduler for alarms, DoseActions for logging and stock, NearbyPlaces for the Google Maps intent, TimeUtils for time maths. Data lives in a Room database with four tables and a DAO each, plus SharedPreferences for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app applies most of the course units. From Unit 2: controls, layouts, the bottom-navigation menu, date and time pickers, toasts and dialogs, and ten screens linked with intents. Unit 3: prescription photos stored on the device and shown as images. Unit 4: Google Maps for the nearest pharmacy and hospital. Unit 6: SQLite through Room, with four tables. On top of these, we self-learned the concepts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concepts we learned on our own, outside the course units: AlarmManager with BroadcastReceiver for background reminders, notification actions with a full-screen intent, and TextToSpeech for voice. Each one directly serves the elderly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alert a caregiver when a dose is missed, support several dose times per medicine, and back up data with Firebase. Thank you. Happy to take questions or show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27"/>
            <a:ext cx="10566400" cy="410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14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27"/>
            <a:ext cx="10566400" cy="410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14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3253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9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MOBILE APPLICATION DEVELOPMENT · MINI PROJECT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73253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MediCare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2397720"/>
            <a:ext cx="7325360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EDE8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offline medication assistant for elderly patients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161426"/>
            <a:ext cx="30896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9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425546"/>
            <a:ext cx="359957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Bhavishya Singh · 70022400569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760773"/>
            <a:ext cx="308963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Jasman Rai · 70022400571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22048" y="5161426"/>
            <a:ext cx="15585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9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PRESENTED 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22048" y="5425546"/>
            <a:ext cx="180927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Dr. Preetjot Kaur</a:t>
            </a:r>
            <a:endParaRPr lang="en-US" sz="1600" dirty="0"/>
          </a:p>
        </p:txBody>
      </p:sp>
      <p:pic>
        <p:nvPicPr>
          <p:cNvPr id="10" name="Image 0" descr="MediCare home dashboard on a phone"/>
          <p:cNvPicPr>
            <a:picLocks noChangeAspect="1"/>
          </p:cNvPicPr>
          <p:nvPr/>
        </p:nvPicPr>
        <p:blipFill>
          <a:blip r:embed="rId3"/>
          <a:srcRect l="-184" r="-184"/>
          <a:stretch/>
        </p:blipFill>
        <p:spPr>
          <a:xfrm>
            <a:off x="8839200" y="812800"/>
            <a:ext cx="25400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Many daily medicines are hard to manage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0203"/>
            <a:ext cx="3380317" cy="2155957"/>
          </a:xfrm>
          <a:prstGeom prst="roundRect">
            <a:avLst>
              <a:gd name="adj" fmla="val 6922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pic>
        <p:nvPicPr>
          <p:cNvPr id="5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1833" y="234606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1833" y="2879461"/>
            <a:ext cx="28516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Missed doses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1833" y="3341688"/>
            <a:ext cx="2851658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Forget the time, or whether it was already taken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5842" y="2040203"/>
            <a:ext cx="3380317" cy="2155957"/>
          </a:xfrm>
          <a:prstGeom prst="roundRect">
            <a:avLst>
              <a:gd name="adj" fmla="val 6922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pic>
        <p:nvPicPr>
          <p:cNvPr id="9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11700" y="2346061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1700" y="2879461"/>
            <a:ext cx="28516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Empty strips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1700" y="3341688"/>
            <a:ext cx="2851658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Notice the medicine ran out only when it is too late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95709" y="2040203"/>
            <a:ext cx="3380317" cy="2155957"/>
          </a:xfrm>
          <a:prstGeom prst="roundRect">
            <a:avLst>
              <a:gd name="adj" fmla="val 6922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pic>
        <p:nvPicPr>
          <p:cNvPr id="13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01567" y="2346061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1567" y="2879461"/>
            <a:ext cx="28516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Lost records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301567" y="3341688"/>
            <a:ext cx="2851658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Paper prescriptions and doctor advice get misplaced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91485"/>
            <a:ext cx="79794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06406"/>
            <a:ext cx="7979410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MediCare does</a:t>
            </a:r>
            <a:endParaRPr lang="en-US" sz="3600" dirty="0"/>
          </a:p>
        </p:txBody>
      </p:sp>
      <p:pic>
        <p:nvPicPr>
          <p:cNvPr id="4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12513"/>
            <a:ext cx="2794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4600" y="2212513"/>
            <a:ext cx="415764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Exact daily reminders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" y="2469026"/>
            <a:ext cx="4843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Full-screen alert + voice, Taken or Snooze · </a:t>
            </a:r>
            <a:r>
              <a:rPr lang="en-US" sz="1200" b="1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Reminder Alert</a:t>
            </a:r>
            <a:endParaRPr lang="en-US" sz="1200" dirty="0"/>
          </a:p>
        </p:txBody>
      </p:sp>
      <p:pic>
        <p:nvPicPr>
          <p:cNvPr id="7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809346"/>
            <a:ext cx="279400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4600" y="2809346"/>
            <a:ext cx="354924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Medicine schedule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44600" y="3065859"/>
            <a:ext cx="41350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Add, edit, delete, track stock · </a:t>
            </a:r>
            <a:r>
              <a:rPr lang="en-US" sz="1200" b="1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Medicines, Add/Edit</a:t>
            </a:r>
            <a:endParaRPr lang="en-US" sz="12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406180"/>
            <a:ext cx="279400" cy="279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4600" y="3406180"/>
            <a:ext cx="38220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Adherence history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44600" y="3662694"/>
            <a:ext cx="44528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Taken, snoozed, missed logged automatically · </a:t>
            </a:r>
            <a:r>
              <a:rPr lang="en-US" sz="1200" b="1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History</a:t>
            </a:r>
            <a:endParaRPr lang="en-US" sz="1200" dirty="0"/>
          </a:p>
        </p:txBody>
      </p:sp>
      <p:pic>
        <p:nvPicPr>
          <p:cNvPr id="13" name="Image 3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" y="4003015"/>
            <a:ext cx="279400" cy="279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4600" y="4003015"/>
            <a:ext cx="357090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Low stock + nearby pharmacy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244600" y="4259528"/>
            <a:ext cx="41602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Refill alert, opens Google Maps · </a:t>
            </a:r>
            <a:r>
              <a:rPr lang="en-US" sz="1200" b="1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Home, Medicines</a:t>
            </a:r>
            <a:endParaRPr lang="en-US" sz="1200" dirty="0"/>
          </a:p>
        </p:txBody>
      </p:sp>
      <p:pic>
        <p:nvPicPr>
          <p:cNvPr id="16" name="Image 4" descr="Users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800" y="4599848"/>
            <a:ext cx="279400" cy="279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4600" y="4599848"/>
            <a:ext cx="345924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Doctor appointments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244600" y="4856361"/>
            <a:ext cx="40301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Date and time pickers, sorted list · </a:t>
            </a:r>
            <a:r>
              <a:rPr lang="en-US" sz="1200" b="1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Appointments</a:t>
            </a:r>
            <a:endParaRPr lang="en-US" sz="1200" dirty="0"/>
          </a:p>
        </p:txBody>
      </p:sp>
      <p:pic>
        <p:nvPicPr>
          <p:cNvPr id="19" name="Image 5" descr="Boo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2800" y="5196681"/>
            <a:ext cx="279400" cy="279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44600" y="5196681"/>
            <a:ext cx="4821711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Records and emergency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244600" y="5453196"/>
            <a:ext cx="56175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Prescription photos, emergency dial, nearest hospital · </a:t>
            </a:r>
            <a:r>
              <a:rPr lang="en-US" sz="1200" b="1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Notes, Profile</a:t>
            </a:r>
            <a:endParaRPr lang="en-US" sz="1200" dirty="0"/>
          </a:p>
        </p:txBody>
      </p:sp>
      <p:pic>
        <p:nvPicPr>
          <p:cNvPr id="22" name="Image 6" descr="Medication schedule screen with two medicines"/>
          <p:cNvPicPr>
            <a:picLocks noChangeAspect="1"/>
          </p:cNvPicPr>
          <p:nvPr/>
        </p:nvPicPr>
        <p:blipFill>
          <a:blip r:embed="rId9"/>
          <a:srcRect l="-2429" r="-2429"/>
          <a:stretch/>
        </p:blipFill>
        <p:spPr>
          <a:xfrm>
            <a:off x="8966200" y="939800"/>
            <a:ext cx="24130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AFA0-ECCC-469D-49C3-5955D27F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8BC77-AEA6-3419-B62B-0930CCDB9C58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91F3E-F4E3-7CA8-1958-F9E19206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88"/>
            <a:ext cx="12192000" cy="68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2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SCREENS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 activities, one job each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28"/>
            <a:ext cx="10566400" cy="3671822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7328"/>
          <a:ext cx="10553700" cy="3659117"/>
        </p:xfrm>
        <a:graphic>
          <a:graphicData uri="http://schemas.openxmlformats.org/drawingml/2006/table">
            <a:tbl>
              <a:tblPr/>
              <a:tblGrid>
                <a:gridCol w="401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3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F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Activity (Java + XML layout)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F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What it does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SplashActivity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Logo for 2 s, then opens Login or Home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LoginRegisterActivity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Register and log in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MainActivity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Home: next dose, quick actions, today’s medicines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MedicineListActivity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All medicines: edit, delete, mark taken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AddEditMedicineActivity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Medicine form with time picker; saves and sets the alarm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ReminderAlertActivity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Full-screen alert over lock screen; speaks; Taken / Snooze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AppointmentsActivity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Book doctor visits with date and time pickers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HistoryActivity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Dose log: taken green, snoozed orange, missed red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NotesPrescriptionsActivity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Camera photos of prescriptions with doctor notes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ProfileActivity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Emergency dial, nearest hospital, log out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HOW A REMINDER WORKS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It rings even when the app is closed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68116"/>
            <a:ext cx="2216150" cy="1393891"/>
          </a:xfrm>
          <a:prstGeom prst="roundRect">
            <a:avLst>
              <a:gd name="adj" fmla="val 8883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272376"/>
            <a:ext cx="1861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0233" y="2536496"/>
            <a:ext cx="186186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Save medicine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0233" y="2846322"/>
            <a:ext cx="186186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Stored in Room, daily alarm set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2300" y="2688828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97275" y="2068116"/>
            <a:ext cx="2216150" cy="1393891"/>
          </a:xfrm>
          <a:prstGeom prst="roundRect">
            <a:avLst>
              <a:gd name="adj" fmla="val 8883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01533" y="2272376"/>
            <a:ext cx="1861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01533" y="2536496"/>
            <a:ext cx="186186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Alarm fires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801533" y="2846322"/>
            <a:ext cx="186186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AlarmManager wakes our BroadcastReceiver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688828"/>
            <a:ext cx="3048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78575" y="1965260"/>
            <a:ext cx="2216150" cy="1599605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2834" y="2169517"/>
            <a:ext cx="1861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2834" y="2433638"/>
            <a:ext cx="186186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Alert + voice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2834" y="2743467"/>
            <a:ext cx="186186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Full-screen alert, medicine name spoken aloud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688828"/>
            <a:ext cx="3048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59875" y="1938604"/>
            <a:ext cx="2216150" cy="1652918"/>
          </a:xfrm>
          <a:prstGeom prst="roundRect">
            <a:avLst>
              <a:gd name="adj" fmla="val 7491"/>
            </a:avLst>
          </a:prstGeom>
          <a:solidFill>
            <a:srgbClr val="5B2BD9"/>
          </a:solidFill>
          <a:ln w="6350">
            <a:solidFill>
              <a:srgbClr val="5B2BD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364134" y="2142861"/>
            <a:ext cx="1861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CC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364134" y="2406982"/>
            <a:ext cx="1861862" cy="543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Patient responds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364134" y="2975837"/>
            <a:ext cx="186186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DE8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outcome is logged in History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2800" y="3899495"/>
            <a:ext cx="3420533" cy="843227"/>
          </a:xfrm>
          <a:prstGeom prst="roundRect">
            <a:avLst>
              <a:gd name="adj" fmla="val 15061"/>
            </a:avLst>
          </a:prstGeom>
          <a:solidFill>
            <a:srgbClr val="E6F5F2"/>
          </a:solidFill>
          <a:ln/>
        </p:spPr>
      </p:sp>
      <p:sp>
        <p:nvSpPr>
          <p:cNvPr id="24" name="Text 19"/>
          <p:cNvSpPr/>
          <p:nvPr/>
        </p:nvSpPr>
        <p:spPr>
          <a:xfrm>
            <a:off x="1016000" y="4077295"/>
            <a:ext cx="31045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Taken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016000" y="4351604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4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Logged, stock goes down by 1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385733" y="3899495"/>
            <a:ext cx="3420533" cy="843227"/>
          </a:xfrm>
          <a:prstGeom prst="roundRect">
            <a:avLst>
              <a:gd name="adj" fmla="val 15061"/>
            </a:avLst>
          </a:prstGeom>
          <a:solidFill>
            <a:srgbClr val="FDF0E1"/>
          </a:solidFill>
          <a:ln/>
        </p:spPr>
      </p:sp>
      <p:sp>
        <p:nvSpPr>
          <p:cNvPr id="27" name="Text 22"/>
          <p:cNvSpPr/>
          <p:nvPr/>
        </p:nvSpPr>
        <p:spPr>
          <a:xfrm>
            <a:off x="4588933" y="4077295"/>
            <a:ext cx="31045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4A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Snooze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588933" y="4351604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4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Rings again in 10 minutes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958667" y="3899495"/>
            <a:ext cx="3420533" cy="843227"/>
          </a:xfrm>
          <a:prstGeom prst="roundRect">
            <a:avLst>
              <a:gd name="adj" fmla="val 15061"/>
            </a:avLst>
          </a:prstGeom>
          <a:solidFill>
            <a:srgbClr val="FBE7EA"/>
          </a:solidFill>
          <a:ln/>
        </p:spPr>
      </p:sp>
      <p:sp>
        <p:nvSpPr>
          <p:cNvPr id="30" name="Text 25"/>
          <p:cNvSpPr/>
          <p:nvPr/>
        </p:nvSpPr>
        <p:spPr>
          <a:xfrm>
            <a:off x="8161867" y="4077295"/>
            <a:ext cx="31045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316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response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161867" y="4351604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24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Logged as MISSED after 1 hour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12800" y="5047524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Tomorrow’s alarm is set automatically, and all alarms are restored after a phone restart.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BEHIND THE SCREENS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classes that do the 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89404"/>
            <a:ext cx="3397250" cy="2506398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244461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033" y="258478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MedicationAlarmReceiver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033" y="2838782"/>
            <a:ext cx="29737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Runs at dose time: alert, voice, next alarm, missed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1033" y="339242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BootReceiver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1033" y="3646422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Restores all alarms after a phone restart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7375" y="1989404"/>
            <a:ext cx="3397250" cy="2506398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2433" y="2244461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HELPERS (UTIL)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52433" y="258478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AlarmScheduler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52433" y="2838782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Sets and cancels every alarm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52433" y="317910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DoseActions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2433" y="3433102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Logs doses, lowers stock, refill alert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2433" y="377342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NearbyPlaces · TimeUtils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52433" y="4027422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Google Maps intent · time maths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78775" y="1989404"/>
            <a:ext cx="3397250" cy="2506398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6350">
            <a:solidFill>
              <a:srgbClr val="E2D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3834" y="2244461"/>
            <a:ext cx="2973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33834" y="258478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Room database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33834" y="2838782"/>
            <a:ext cx="29737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tables: medicines, dose logs, appointments, records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33834" y="3392422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33834" y="3646422"/>
            <a:ext cx="29737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5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per table: insert, update, delete, queries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2BD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COURSE TOPICS APPLIED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43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Built on the course units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29"/>
            <a:ext cx="10566400" cy="3872309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29"/>
            <a:ext cx="10566400" cy="3872309"/>
          </a:xfrm>
          <a:custGeom>
            <a:avLst/>
            <a:gdLst/>
            <a:ahLst/>
            <a:cxnLst/>
            <a:rect l="l" t="t" r="r" b="b"/>
            <a:pathLst>
              <a:path w="10566400" h="3872309">
                <a:moveTo>
                  <a:pt x="127000" y="3872309"/>
                </a:moveTo>
                <a:lnTo>
                  <a:pt x="127000" y="3872309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0439400" y="0"/>
                </a:lnTo>
                <a:arcTo wR="127000" hR="127000" stAng="16200000" swAng="5400000"/>
                <a:lnTo>
                  <a:pt x="10566400" y="127000"/>
                </a:lnTo>
                <a:arcTo wR="127000" hR="114300" stAng="0" swAng="-5400000"/>
                <a:lnTo>
                  <a:pt x="127000" y="12700"/>
                </a:lnTo>
                <a:arcTo wR="114300" hR="114300" stAng="16200000" swAng="-5400000"/>
                <a:lnTo>
                  <a:pt x="12700" y="3745309"/>
                </a:lnTo>
                <a:arcTo wR="114300" hR="1270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7329"/>
          <a:ext cx="10553700" cy="3859609"/>
        </p:xfrm>
        <a:graphic>
          <a:graphicData uri="http://schemas.openxmlformats.org/drawingml/2006/table">
            <a:tbl>
              <a:tblPr/>
              <a:tblGrid>
                <a:gridCol w="126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F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Unit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F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Course topic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F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Where it is in MediCare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Simple controls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Buttons and text fields on every form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2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Screen layout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ConstraintLayout, LinearLayout, ScrollView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Menus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Bottom navigation built from a menu XML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Date and time pickers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Appointment date, dose and appointment time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Toasts and pop-up dialogs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“Saved” toasts, delete confirmation dialogs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Multiscreen application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 screens linked with intents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Images on the device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Prescription photos with saved thumbnails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Location with Google Maps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Nearest pharmacy and hospital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SQLite database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24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Room on SQLite: medicines, logs, appointments, records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2B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D9CC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SELF-LEARNING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Beyond the syllabus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7029"/>
            <a:ext cx="812800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CC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248694"/>
            <a:ext cx="6059964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AlarmManager + BroadcastReceiver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609323"/>
            <a:ext cx="605996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DE8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Background reminders that survive app close and phone restart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112229"/>
            <a:ext cx="812800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CC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323896"/>
            <a:ext cx="626618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Notification actions + full-screen alert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3684522"/>
            <a:ext cx="537847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DE8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Taken and Snooze buttons, alert shown over the lock screen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9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429"/>
            <a:ext cx="5194300" cy="1013420"/>
          </a:xfrm>
          <a:prstGeom prst="roundRect">
            <a:avLst>
              <a:gd name="adj" fmla="val 12532"/>
            </a:avLst>
          </a:prstGeom>
          <a:solidFill>
            <a:srgbClr val="2A2147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64029"/>
            <a:ext cx="4879213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Caregiver alerts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489138"/>
            <a:ext cx="487921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BF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Notify family when a dose is missed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900" y="1935429"/>
            <a:ext cx="5194300" cy="1013420"/>
          </a:xfrm>
          <a:prstGeom prst="roundRect">
            <a:avLst>
              <a:gd name="adj" fmla="val 12532"/>
            </a:avLst>
          </a:prstGeom>
          <a:solidFill>
            <a:srgbClr val="2A2147"/>
          </a:solidFill>
          <a:ln/>
        </p:spPr>
      </p:sp>
      <p:sp>
        <p:nvSpPr>
          <p:cNvPr id="8" name="Text 6"/>
          <p:cNvSpPr/>
          <p:nvPr/>
        </p:nvSpPr>
        <p:spPr>
          <a:xfrm>
            <a:off x="6413500" y="2164029"/>
            <a:ext cx="4879213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Multiple doses a 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13500" y="2489138"/>
            <a:ext cx="487921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BF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Several reminder times per medicine</a:t>
            </a:r>
            <a:endParaRPr lang="en-US" sz="1300" dirty="0"/>
          </a:p>
        </p:txBody>
      </p:sp>
      <p:sp>
        <p:nvSpPr>
          <p:cNvPr id="10" name="Text 8"/>
          <p:cNvSpPr>
            <a:spLocks noGrp="1"/>
          </p:cNvSpPr>
          <p:nvPr>
            <p:ph type="title"/>
          </p:nvPr>
        </p:nvSpPr>
        <p:spPr>
          <a:xfrm>
            <a:off x="812800" y="48031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4F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2800" y="5654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49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are — MAD Project Presentation">
  <a:themeElements>
    <a:clrScheme name="MediCare — MAD Project Presentation">
      <a:dk1>
        <a:srgbClr val="1C1433"/>
      </a:dk1>
      <a:lt1>
        <a:srgbClr val="F6F4FA"/>
      </a:lt1>
      <a:dk2>
        <a:srgbClr val="534C65"/>
      </a:dk2>
      <a:lt2>
        <a:srgbClr val="E0DEE6"/>
      </a:lt2>
      <a:accent1>
        <a:srgbClr val="5B2BD9"/>
      </a:accent1>
      <a:accent2>
        <a:srgbClr val="B49BFF"/>
      </a:accent2>
      <a:accent3>
        <a:srgbClr val="D9CCFF"/>
      </a:accent3>
      <a:accent4>
        <a:srgbClr val="0B6B60"/>
      </a:accent4>
      <a:accent5>
        <a:srgbClr val="8A4A00"/>
      </a:accent5>
      <a:accent6>
        <a:srgbClr val="A3162E"/>
      </a:accent6>
      <a:hlink>
        <a:srgbClr val="0563C1"/>
      </a:hlink>
      <a:folHlink>
        <a:srgbClr val="954F72"/>
      </a:folHlink>
    </a:clrScheme>
    <a:fontScheme name="MediCare — MAD Project Presentation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Microsoft Office PowerPoint</Application>
  <PresentationFormat>Widescreen</PresentationFormat>
  <Paragraphs>160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Rubik</vt:lpstr>
      <vt:lpstr>MediCare — MAD Project Presentation</vt:lpstr>
      <vt:lpstr>MediCare</vt:lpstr>
      <vt:lpstr>Many daily medicines are hard to manage</vt:lpstr>
      <vt:lpstr>What MediCare does</vt:lpstr>
      <vt:lpstr>PowerPoint Presentation</vt:lpstr>
      <vt:lpstr>10 activities, one job each</vt:lpstr>
      <vt:lpstr>It rings even when the app is closed</vt:lpstr>
      <vt:lpstr>The classes that do the work</vt:lpstr>
      <vt:lpstr>Built on the course units</vt:lpstr>
      <vt:lpstr>Beyond the syllabus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— MAD Project Presentation</dc:title>
  <dc:subject/>
  <dc:creator/>
  <cp:lastModifiedBy>Jasman Rai</cp:lastModifiedBy>
  <cp:revision>2</cp:revision>
  <dcterms:created xsi:type="dcterms:W3CDTF">2026-10-15T09:31:41Z</dcterms:created>
  <dcterms:modified xsi:type="dcterms:W3CDTF">2026-10-15T09:32:54Z</dcterms:modified>
</cp:coreProperties>
</file>